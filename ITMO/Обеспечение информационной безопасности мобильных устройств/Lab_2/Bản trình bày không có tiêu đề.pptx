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ac4166f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ac4166f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dac4166f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dac4166f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dac4166f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dac4166f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снимок экрана, программное обеспечение, веб-страница&#10;&#10;Контент, сгенерированный ИИ, может содержать ошибки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750" y="599350"/>
            <a:ext cx="192405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4505800" y="2261825"/>
            <a:ext cx="444300" cy="1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/>
              <a:t>123456 </a:t>
            </a:r>
            <a:endParaRPr sz="60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снимок экрана, программное обеспечение, веб-страница&#10;&#10;Контент, сгенерированный ИИ, может содержать ошибки.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650" y="755525"/>
            <a:ext cx="191452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975" y="842600"/>
            <a:ext cx="1755650" cy="290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3539850" y="2333050"/>
            <a:ext cx="768600" cy="1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00">
                <a:latin typeface="Times New Roman"/>
                <a:ea typeface="Times New Roman"/>
                <a:cs typeface="Times New Roman"/>
                <a:sym typeface="Times New Roman"/>
              </a:rPr>
              <a:t>xadi</a:t>
            </a:r>
            <a:r>
              <a:rPr lang="vi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solidFill>
                <a:srgbClr val="FF0000"/>
              </a:solidFill>
              <a:highlight>
                <a:srgbClr val="FF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снимок экрана, программное обеспечение, веб-страница&#10;&#10;Контент, сгенерированный ИИ, может содержать ошибки."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962150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805950" y="1821200"/>
            <a:ext cx="496500" cy="1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vi" sz="900"/>
              <a:t>xadi </a:t>
            </a:r>
            <a:endParaRPr sz="90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снимок экрана, Шрифт&#10;&#10;Контент, сгенерированный ИИ, может содержать ошибки."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75" y="891075"/>
            <a:ext cx="576262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2118800" y="3051900"/>
            <a:ext cx="518400" cy="97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123456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862950" y="3191350"/>
            <a:ext cx="518400" cy="97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xadi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