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2" roundtripDataSignature="AMtx7mgTt8B8OKeM2t/Ds8oNbIcwNBpY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0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10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0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0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0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0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11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11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1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1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1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12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12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2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2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2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2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2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2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2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2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2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2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2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2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12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2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2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2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2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12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1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1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1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6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16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6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6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6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6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6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6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6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6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6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6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1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17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17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17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8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8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9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9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9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9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9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9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9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9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3750" y="0"/>
            <a:ext cx="3141226" cy="504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vi">
                <a:latin typeface="Times New Roman"/>
                <a:ea typeface="Times New Roman"/>
                <a:cs typeface="Times New Roman"/>
                <a:sym typeface="Times New Roman"/>
              </a:rPr>
              <a:t>Что такое Система Z ?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vi" sz="1200"/>
              <a:t>-Система Z является мандатной моделью безопасности.</a:t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vi" sz="1200"/>
              <a:t>-Система Z – разработана Джон Маклин</a:t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vi" sz="1200"/>
              <a:t>-Система Z выражается в терминах набора субъектов и объектов, с каждым из которых связан уровень безопасности. </a:t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vi" sz="1200"/>
              <a:t>-Совокупность уровней безопасности для каждого субъекта и объекта в некоторый момент времени описывает состояние системы. </a:t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vi">
                <a:latin typeface="Times New Roman"/>
                <a:ea typeface="Times New Roman"/>
                <a:cs typeface="Times New Roman"/>
                <a:sym typeface="Times New Roman"/>
              </a:rPr>
              <a:t>Система Z и БЛМ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3"/>
          <p:cNvSpPr txBox="1"/>
          <p:nvPr>
            <p:ph idx="1" type="body"/>
          </p:nvPr>
        </p:nvSpPr>
        <p:spPr>
          <a:xfrm>
            <a:off x="298950" y="1061625"/>
            <a:ext cx="4178400" cy="37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SIMPLE CONFIDENTIALITY RULE: Простое правило конфиденциальности гласит, что Субъект может читать файлы только на том же уровне секретности и нижнем уровне секретности, но не на верхнем уровне секретности, в связи с чем мы называем это правило  NO READ-UP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STAR CONFIDENTIALITY RULE: Правило конфиденциальности Star гласит, что Субъект может записывать файлы только на одном и том же уровне секретности и верхнем уровне секретности, но не на нижнем уровне секретности, в связи с чем мы называем это правило NO WRITE-DOWN 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vi" sz="1200"/>
              <a:t>STRONG STAR CONFIDENTIALITY RULE:  Правило строгой конфиденциальности Star является высоко защищенным и самым строгим, которое гласит, что Субъект может читать и записывать файлы только на одном и том же уровне секретности, а не на верхнем уровне секретности или нижнем уровне секретности, в связи с чем мы назовите это правило NO READ WRITE UP DOWN </a:t>
            </a:r>
            <a:endParaRPr sz="1200"/>
          </a:p>
        </p:txBody>
      </p:sp>
      <p:pic>
        <p:nvPicPr>
          <p:cNvPr id="147" name="Google Shape;1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325" y="1460250"/>
            <a:ext cx="4267276" cy="239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vi">
                <a:latin typeface="Times New Roman"/>
                <a:ea typeface="Times New Roman"/>
                <a:cs typeface="Times New Roman"/>
                <a:sym typeface="Times New Roman"/>
              </a:rPr>
              <a:t>Система Z и БЛМ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4"/>
          <p:cNvSpPr txBox="1"/>
          <p:nvPr>
            <p:ph idx="1" type="body"/>
          </p:nvPr>
        </p:nvSpPr>
        <p:spPr>
          <a:xfrm>
            <a:off x="193175" y="1307850"/>
            <a:ext cx="41784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vi" sz="1400">
                <a:latin typeface="Times New Roman"/>
                <a:ea typeface="Times New Roman"/>
                <a:cs typeface="Times New Roman"/>
                <a:sym typeface="Times New Roman"/>
              </a:rPr>
              <a:t>Система Z удовлетворяет БЛМ, если во всех состояниях системы комбинации уровней субъектов и объектов таковы, что в этом состоянии никакой субъект не может осуществить запись вниз или чтение сверху.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vi" sz="1400">
                <a:latin typeface="Times New Roman"/>
                <a:ea typeface="Times New Roman"/>
                <a:cs typeface="Times New Roman"/>
                <a:sym typeface="Times New Roman"/>
              </a:rPr>
              <a:t>Если в некотором состоянии секретный субъект захотел прочитать совершенно секретный объект, то до тех пор, пока система удовлетворяет БЛМ, осуществить это будет невозможно.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08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-"/>
            </a:pPr>
            <a:r>
              <a:rPr lang="vi" sz="1400">
                <a:latin typeface="Times New Roman"/>
                <a:ea typeface="Times New Roman"/>
                <a:cs typeface="Times New Roman"/>
                <a:sym typeface="Times New Roman"/>
              </a:rPr>
              <a:t>«Деклассификация» объекта от совершенно секретного до секретного (по желанию совершенно секретного пользователя) возможна и это приводит нарушении безопасности системы.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4" name="Google Shape;15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325" y="1460250"/>
            <a:ext cx="4267276" cy="2394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Решение проблемы Z – системы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vi"/>
              <a:t>-Описанная выше проблема является справедливой для модели БЛМ в «ее классической формулировке».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vi"/>
              <a:t>-Но требования сильного и слабого спокойства снимают данную проблему.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Сильное и слабое спокойство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vi" sz="1400">
                <a:latin typeface="Montserrat"/>
                <a:ea typeface="Montserrat"/>
                <a:cs typeface="Montserrat"/>
                <a:sym typeface="Montserrat"/>
              </a:rPr>
              <a:t>-Правило сильного спокойствия гласит, что уровни безопасности субъектов и объектов никогда не меняются в ходе системной операции.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vi" sz="1400">
                <a:latin typeface="Montserrat"/>
                <a:ea typeface="Montserrat"/>
                <a:cs typeface="Montserrat"/>
                <a:sym typeface="Montserrat"/>
              </a:rPr>
              <a:t>-Правило слабого спокойствия гласит, что уровни безопасности субъектов и объектов никогда не меняются в ходе системной операции таким образом, чтобы нарушить заданную политику безопасности.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vi" sz="1400">
                <a:latin typeface="Montserrat"/>
                <a:ea typeface="Montserrat"/>
                <a:cs typeface="Montserrat"/>
                <a:sym typeface="Montserrat"/>
              </a:rPr>
              <a:t>-Фактически система Z описывает алгебру моделей, самой строгой из которых (основание) является БЛМ с сильным спокойствием (ни один субъект модели не может изменить свою классификацию), а самой слабой (вершина) 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vi" sz="1400">
                <a:latin typeface="Montserrat"/>
                <a:ea typeface="Montserrat"/>
                <a:cs typeface="Montserrat"/>
                <a:sym typeface="Montserrat"/>
              </a:rPr>
              <a:t>- БЛМ в классической формулировке, без ограничений для субъектов на изменение классификации.</a:t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4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>
            <p:ph type="title"/>
          </p:nvPr>
        </p:nvSpPr>
        <p:spPr>
          <a:xfrm>
            <a:off x="1111475" y="21147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vi"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