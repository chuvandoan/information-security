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fa02ab11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fa02ab11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4037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8553800" y="2205175"/>
            <a:ext cx="298500" cy="84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600">
                <a:latin typeface="Times New Roman"/>
                <a:ea typeface="Times New Roman"/>
                <a:cs typeface="Times New Roman"/>
                <a:sym typeface="Times New Roman"/>
              </a:rPr>
              <a:t>ВК</a:t>
            </a:r>
            <a:endParaRPr b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882700" y="2251825"/>
            <a:ext cx="298500" cy="84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600">
                <a:latin typeface="Times New Roman"/>
                <a:ea typeface="Times New Roman"/>
                <a:cs typeface="Times New Roman"/>
                <a:sym typeface="Times New Roman"/>
              </a:rPr>
              <a:t>ВК</a:t>
            </a:r>
            <a:endParaRPr b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311025" y="3107900"/>
            <a:ext cx="298500" cy="84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600">
                <a:latin typeface="Times New Roman"/>
                <a:ea typeface="Times New Roman"/>
                <a:cs typeface="Times New Roman"/>
                <a:sym typeface="Times New Roman"/>
              </a:rPr>
              <a:t>ВК</a:t>
            </a:r>
            <a:endParaRPr b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8533250" y="2290075"/>
            <a:ext cx="339600" cy="84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400">
                <a:latin typeface="Times New Roman"/>
                <a:ea typeface="Times New Roman"/>
                <a:cs typeface="Times New Roman"/>
                <a:sym typeface="Times New Roman"/>
              </a:rPr>
              <a:t>СКУД</a:t>
            </a:r>
            <a:endParaRPr b="1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290475" y="3023000"/>
            <a:ext cx="339600" cy="84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400">
                <a:latin typeface="Times New Roman"/>
                <a:ea typeface="Times New Roman"/>
                <a:cs typeface="Times New Roman"/>
                <a:sym typeface="Times New Roman"/>
              </a:rPr>
              <a:t>СКУД</a:t>
            </a:r>
            <a:endParaRPr b="1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4218800" y="2571750"/>
            <a:ext cx="298500" cy="84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600">
                <a:latin typeface="Times New Roman"/>
                <a:ea typeface="Times New Roman"/>
                <a:cs typeface="Times New Roman"/>
                <a:sym typeface="Times New Roman"/>
              </a:rPr>
              <a:t>ВК</a:t>
            </a:r>
            <a:endParaRPr b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290475" y="3023000"/>
            <a:ext cx="339600" cy="84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400">
                <a:latin typeface="Times New Roman"/>
                <a:ea typeface="Times New Roman"/>
                <a:cs typeface="Times New Roman"/>
                <a:sym typeface="Times New Roman"/>
              </a:rPr>
              <a:t>СКУД</a:t>
            </a:r>
            <a:endParaRPr b="1"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